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77440"/>
            <a:ext cx="12161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Patterns Agents Hub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 Document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468880" cy="1371600"/>
          </a:xfrm>
          <a:prstGeom prst="rect">
            <a:avLst/>
          </a:prstGeom>
          <a:solidFill>
            <a:srgbClr val="1A56DB">
              <a:alpha val="25000"/>
            </a:srgbClr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246120"/>
            <a:ext cx="2468880" cy="1371600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246120"/>
            <a:ext cx="2468880" cy="137160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Authentication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3246120"/>
            <a:ext cx="2468880" cy="137160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6968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 |  Enterprise Platform  |  FastAPI + LangGraph + MySQL + ChromaDB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layer mapping from Browser to Database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1920240" cy="640080"/>
          </a:xfrm>
          <a:prstGeom prst="rect">
            <a:avLst/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4300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90525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  |  index.html  |  script.js  |  style.css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1247120" cy="640080"/>
          </a:xfrm>
          <a:prstGeom prst="rect">
            <a:avLst/>
          </a:prstGeom>
          <a:solidFill>
            <a:srgbClr val="0891B2">
              <a:alpha val="12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192024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7452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ROUTE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90525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auth_route.py  |  chat_route.py  |  agent_route.py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1124712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06040"/>
            <a:ext cx="1920240" cy="64008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6060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2606040"/>
            <a:ext cx="90525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auth_controller.py  |  chat_controller.py  |  rag_controller.py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11247120" cy="640080"/>
          </a:xfrm>
          <a:prstGeom prst="rect">
            <a:avLst/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7560"/>
            <a:ext cx="1920240" cy="640080"/>
          </a:xfrm>
          <a:prstGeom prst="rect">
            <a:avLst/>
          </a:prstGeom>
          <a:solidFill>
            <a:srgbClr val="059669">
              <a:alpha val="9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3756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ORCHESTRATOR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3337560"/>
            <a:ext cx="90525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  |  rms_tools.py  |  action_parser.py  |  tools.py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11247120" cy="640080"/>
          </a:xfrm>
          <a:prstGeom prst="rect">
            <a:avLst/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69080"/>
            <a:ext cx="1920240" cy="64008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690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DAO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4069080"/>
            <a:ext cx="90525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timesheet_store.py  |  database.py  |  rag_controller.py (ChromaDB)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solidFill>
            <a:srgbClr val="0F1F3D">
              <a:alpha val="12000"/>
            </a:srgbClr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800600"/>
            <a:ext cx="1920240" cy="640080"/>
          </a:xfrm>
          <a:prstGeom prst="rect">
            <a:avLst/>
          </a:prstGeom>
          <a:solidFill>
            <a:srgbClr val="0F1F3D">
              <a:alpha val="90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80060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4800600"/>
            <a:ext cx="90525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resources | roles | user_roles | collections | agents | role_collection_access | role_agent_access | pp_worklogs_demo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Bind → MySQL Profile → RBAC Aggregation → JWT Issuance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371600" cy="640080"/>
          </a:xfrm>
          <a:prstGeom prst="ellipse">
            <a:avLst/>
          </a:prstGeom>
          <a:solidFill>
            <a:srgbClr val="1A56DB">
              <a:alpha val="90000"/>
            </a:srgbClr>
          </a:solidFill>
          <a:ln w="254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132588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1664208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/api/v1/auth/login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164592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auth_route.py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endpoint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132588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572000" y="1005840"/>
            <a:ext cx="1828800" cy="640080"/>
          </a:xfrm>
          <a:prstGeom prst="rect">
            <a:avLst/>
          </a:prstGeom>
          <a:solidFill>
            <a:srgbClr val="7C3AED">
              <a:alpha val="9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auth_controller.py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authenticate_ldap()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32588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040880" y="1069848"/>
            <a:ext cx="1463040" cy="621792"/>
          </a:xfrm>
          <a:prstGeom prst="rect">
            <a:avLst/>
          </a:prstGeom>
          <a:solidFill>
            <a:srgbClr val="D97706">
              <a:alpha val="8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960120"/>
            <a:ext cx="1463040" cy="237744"/>
          </a:xfrm>
          <a:prstGeom prst="ellipse">
            <a:avLst/>
          </a:prstGeom>
          <a:solidFill>
            <a:srgbClr val="D97706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563624"/>
            <a:ext cx="1463040" cy="237744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051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teqpdc:389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59168" y="17190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search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bind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 rot="2700000">
            <a:off x="8778240" y="914400"/>
            <a:ext cx="1371600" cy="822960"/>
          </a:xfrm>
          <a:prstGeom prst="rect">
            <a:avLst/>
          </a:prstGeom>
          <a:solidFill>
            <a:srgbClr val="D97706">
              <a:alpha val="9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1005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Success?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549640" y="132588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464040" y="914400"/>
            <a:ext cx="0" cy="-41148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961120" y="182880"/>
            <a:ext cx="1005840" cy="411480"/>
          </a:xfrm>
          <a:prstGeom prst="rect">
            <a:avLst/>
          </a:prstGeom>
          <a:solidFill>
            <a:srgbClr val="DC2626">
              <a:alpha val="90000"/>
            </a:srgbClr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0" y="182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Auth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491472" y="5029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0195560" y="132588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10195560" y="1097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698480" y="1005840"/>
            <a:ext cx="1234440" cy="640080"/>
          </a:xfrm>
          <a:prstGeom prst="rect">
            <a:avLst/>
          </a:prstGeom>
          <a:solidFill>
            <a:srgbClr val="059669">
              <a:alpha val="90000"/>
            </a:srgbClr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698480" y="10058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generate_user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_context()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1315700" y="164592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0607040" y="2212848"/>
            <a:ext cx="1371600" cy="530352"/>
          </a:xfrm>
          <a:prstGeom prst="rect">
            <a:avLst/>
          </a:prstGeom>
          <a:solidFill>
            <a:srgbClr val="0F1F3D">
              <a:alpha val="80000"/>
            </a:srgbClr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07040" y="2103120"/>
            <a:ext cx="1371600" cy="237744"/>
          </a:xfrm>
          <a:prstGeom prst="ellipse">
            <a:avLst/>
          </a:prstGeom>
          <a:solidFill>
            <a:srgbClr val="0F1F3D"/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7040" y="2615184"/>
            <a:ext cx="1371600" cy="237744"/>
          </a:xfrm>
          <a:prstGeom prst="ellipse">
            <a:avLst/>
          </a:prstGeom>
          <a:solidFill>
            <a:srgbClr val="0F1F3D">
              <a:alpha val="80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table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625328" y="27706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Emp_no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Email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0607040" y="2423160"/>
            <a:ext cx="-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229600" y="2103120"/>
            <a:ext cx="1645920" cy="640080"/>
          </a:xfrm>
          <a:prstGeom prst="rect">
            <a:avLst/>
          </a:prstGeom>
          <a:solidFill>
            <a:srgbClr val="7C3AED">
              <a:alpha val="9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build_user_context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_by_empno()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229600" y="2423160"/>
            <a:ext cx="-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722376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6-table RBAC query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035040" y="2212848"/>
            <a:ext cx="1554480" cy="530352"/>
          </a:xfrm>
          <a:prstGeom prst="rect">
            <a:avLst/>
          </a:prstGeom>
          <a:solidFill>
            <a:srgbClr val="0891B2">
              <a:alpha val="8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2103120"/>
            <a:ext cx="1554480" cy="237744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2615184"/>
            <a:ext cx="1554480" cy="237744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RBAC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35040" y="2423160"/>
            <a:ext cx="-822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3657600" y="2103120"/>
            <a:ext cx="1554480" cy="640080"/>
          </a:xfrm>
          <a:prstGeom prst="rect">
            <a:avLst/>
          </a:prstGeom>
          <a:solidFill>
            <a:srgbClr val="1A56DB">
              <a:alpha val="90000"/>
            </a:srgbClr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create_access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_token() JWT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1828800"/>
            <a:ext cx="3291840" cy="1417320"/>
          </a:xfrm>
          <a:prstGeom prst="rect">
            <a:avLst/>
          </a:prstGeom>
          <a:solidFill>
            <a:srgbClr val="F0F7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Payload Structure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" y="2121408"/>
            <a:ext cx="3200400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emp_id  •  </a:t>
            </a:r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:[Approver]
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collection_agents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:{ RMS:[creator,approver] }
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:[{ name:RMS, level:ADMIN }]
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:{ grade, reporting_to, l1 }
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now + 8h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0" y="2423160"/>
            <a:ext cx="-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274320" y="2423160"/>
            <a:ext cx="0" cy="-7772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274320" y="1645920"/>
            <a:ext cx="0" cy="-32004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274320" y="3429000"/>
            <a:ext cx="11612880" cy="274320"/>
          </a:xfrm>
          <a:prstGeom prst="rect">
            <a:avLst/>
          </a:prstGeom>
          <a:solidFill>
            <a:srgbClr val="0F1F3D">
              <a:alpha val="90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Tables Involved in Auth Flow: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3858768"/>
            <a:ext cx="1737360" cy="484632"/>
          </a:xfrm>
          <a:prstGeom prst="rect">
            <a:avLst/>
          </a:prstGeom>
          <a:solidFill>
            <a:srgbClr val="0891B2">
              <a:alpha val="8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749040"/>
            <a:ext cx="1737360" cy="237744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4215384"/>
            <a:ext cx="1737360" cy="237744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194560" y="3858768"/>
            <a:ext cx="1737360" cy="484632"/>
          </a:xfrm>
          <a:prstGeom prst="rect">
            <a:avLst/>
          </a:prstGeom>
          <a:solidFill>
            <a:srgbClr val="0891B2">
              <a:alpha val="8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94560" y="3749040"/>
            <a:ext cx="1737360" cy="237744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4215384"/>
            <a:ext cx="1737360" cy="237744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9456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114800" y="3858768"/>
            <a:ext cx="1737360" cy="484632"/>
          </a:xfrm>
          <a:prstGeom prst="rect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14800" y="3749040"/>
            <a:ext cx="1737360" cy="237744"/>
          </a:xfrm>
          <a:prstGeom prst="ellipse">
            <a:avLst/>
          </a:prstGeom>
          <a:solidFill>
            <a:srgbClr val="7C3AED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0" y="4215384"/>
            <a:ext cx="1737360" cy="237744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035040" y="3858768"/>
            <a:ext cx="1737360" cy="484632"/>
          </a:xfrm>
          <a:prstGeom prst="rect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35040" y="3749040"/>
            <a:ext cx="1737360" cy="237744"/>
          </a:xfrm>
          <a:prstGeom prst="ellipse">
            <a:avLst/>
          </a:prstGeom>
          <a:solidFill>
            <a:srgbClr val="7C3AED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5040" y="4215384"/>
            <a:ext cx="1737360" cy="237744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955280" y="3858768"/>
            <a:ext cx="1737360" cy="484632"/>
          </a:xfrm>
          <a:prstGeom prst="rect">
            <a:avLst/>
          </a:prstGeom>
          <a:solidFill>
            <a:srgbClr val="D97706">
              <a:alpha val="8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55280" y="3749040"/>
            <a:ext cx="1737360" cy="237744"/>
          </a:xfrm>
          <a:prstGeom prst="ellipse">
            <a:avLst/>
          </a:prstGeom>
          <a:solidFill>
            <a:srgbClr val="D97706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55280" y="4215384"/>
            <a:ext cx="1737360" cy="237744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5528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role_collection_access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875520" y="3858768"/>
            <a:ext cx="1737360" cy="484632"/>
          </a:xfrm>
          <a:prstGeom prst="rect">
            <a:avLst/>
          </a:prstGeom>
          <a:solidFill>
            <a:srgbClr val="D97706">
              <a:alpha val="8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75520" y="3749040"/>
            <a:ext cx="1737360" cy="237744"/>
          </a:xfrm>
          <a:prstGeom prst="ellipse">
            <a:avLst/>
          </a:prstGeom>
          <a:solidFill>
            <a:srgbClr val="D97706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75520" y="4215384"/>
            <a:ext cx="1737360" cy="237744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7552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role_agent_access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" y="466344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Unique constraint on (emp_id, role_id)  |  Composite PK on (role_id, collection_id)  |  JWT valid for 8 hours (480 min)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/api/v1/chat/stream  →  Route  →  Controller  →  Orchestrator  →  DB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56032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17520" y="960120"/>
            <a:ext cx="25603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(Controller)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0" y="960120"/>
            <a:ext cx="25603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(Model/Agent)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326880" y="960120"/>
            <a:ext cx="256032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Layer)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2560320" cy="3657600"/>
          </a:xfrm>
          <a:prstGeom prst="rect">
            <a:avLst/>
          </a:prstGeom>
          <a:solidFill>
            <a:srgbClr val="1A56DB">
              <a:alpha val="6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417320"/>
            <a:ext cx="2560320" cy="3657600"/>
          </a:xfrm>
          <a:prstGeom prst="rect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417320"/>
            <a:ext cx="2560320" cy="3657600"/>
          </a:xfrm>
          <a:prstGeom prst="rect">
            <a:avLst/>
          </a:prstGeom>
          <a:solidFill>
            <a:srgbClr val="0891B2">
              <a:alpha val="6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1417320"/>
            <a:ext cx="2560320" cy="3657600"/>
          </a:xfrm>
          <a:prstGeom prst="rect">
            <a:avLst/>
          </a:prstGeom>
          <a:solidFill>
            <a:srgbClr val="0F1F3D">
              <a:alpha val="6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508760"/>
            <a:ext cx="2377440" cy="658368"/>
          </a:xfrm>
          <a:prstGeom prst="ellipse">
            <a:avLst/>
          </a:prstGeom>
          <a:solidFill>
            <a:srgbClr val="1A56DB">
              <a:alpha val="80000"/>
            </a:srgbClr>
          </a:solidFill>
          <a:ln w="254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5453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get_current_user()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oauth2_scheme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 rot="2700000">
            <a:off x="822960" y="2286000"/>
            <a:ext cx="1463040" cy="658368"/>
          </a:xfrm>
          <a:prstGeom prst="rect">
            <a:avLst/>
          </a:prstGeom>
          <a:solidFill>
            <a:srgbClr val="1A56DB">
              <a:alpha val="95000"/>
            </a:srgbClr>
          </a:solidFill>
          <a:ln w="254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22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Guard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collection_agents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empty → 403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2377440" cy="658368"/>
          </a:xfrm>
          <a:prstGeom prst="rect">
            <a:avLst/>
          </a:prstGeom>
          <a:solidFill>
            <a:srgbClr val="1A56DB">
              <a:alpha val="85000"/>
            </a:srgbClr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chat_route.py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410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/api/v1/chat/stream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StreamingResponse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2377440" cy="658368"/>
          </a:xfrm>
          <a:prstGeom prst="rect">
            <a:avLst/>
          </a:prstGeom>
          <a:solidFill>
            <a:srgbClr val="1A56DB">
              <a:alpha val="85000"/>
            </a:srgbClr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877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to Ctrl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.stream_chat_with_orchestrator()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08960" y="1508760"/>
            <a:ext cx="2377440" cy="658368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15453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chat_controller.py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0896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initial state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JWT payload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08960" y="2286000"/>
            <a:ext cx="2377440" cy="658368"/>
          </a:xfrm>
          <a:prstGeom prst="rect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108960" y="2322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0896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chat_history[-10]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dept, coll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108960" y="3063240"/>
            <a:ext cx="2377440" cy="658368"/>
          </a:xfrm>
          <a:prstGeom prst="rect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0896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graph.astream_events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08960" y="3410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streaming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token yield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108960" y="3840480"/>
            <a:ext cx="2377440" cy="658368"/>
          </a:xfrm>
          <a:prstGeom prst="rect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108960" y="3877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0896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FORBIDDEN_OUTBOUND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[REDACTED]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217920" y="1508760"/>
            <a:ext cx="2377440" cy="658368"/>
          </a:xfrm>
          <a:prstGeom prst="ellipse">
            <a:avLst/>
          </a:prstGeom>
          <a:solidFill>
            <a:srgbClr val="0891B2">
              <a:alpha val="8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5453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parse_intent_node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→ persona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reviewer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 rot="2700000">
            <a:off x="6675120" y="2286000"/>
            <a:ext cx="1463040" cy="658368"/>
          </a:xfrm>
          <a:prstGeom prst="rect">
            <a:avLst/>
          </a:prstGeom>
          <a:solidFill>
            <a:srgbClr val="0891B2">
              <a:alpha val="95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322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permission_check_node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collection_agents?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217920" y="3063240"/>
            <a:ext cx="2377440" cy="658368"/>
          </a:xfrm>
          <a:prstGeom prst="rect">
            <a:avLst/>
          </a:prstGeom>
          <a:solidFill>
            <a:srgbClr val="0891B2">
              <a:alpha val="85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21792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permission_router()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3410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to: creator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| approver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17920" y="3840480"/>
            <a:ext cx="2377440" cy="658368"/>
          </a:xfrm>
          <a:prstGeom prst="rect">
            <a:avLst/>
          </a:prstGeom>
          <a:solidFill>
            <a:srgbClr val="0891B2">
              <a:alpha val="85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17920" y="3877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 Execute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+ tools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 parse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418320" y="1508760"/>
            <a:ext cx="2377440" cy="658368"/>
          </a:xfrm>
          <a:prstGeom prst="rect">
            <a:avLst/>
          </a:prstGeom>
          <a:solidFill>
            <a:srgbClr val="0F1F3D">
              <a:alpha val="85000"/>
            </a:srgbClr>
          </a:solidFill>
          <a:ln w="25400">
            <a:solidFill>
              <a:srgbClr val="0F1F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418320" y="15453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security.py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1832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decode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expiry check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418320" y="2286000"/>
            <a:ext cx="2377440" cy="658368"/>
          </a:xfrm>
          <a:prstGeom prst="rect">
            <a:avLst/>
          </a:prstGeom>
          <a:solidFill>
            <a:srgbClr val="0F1F3D">
              <a:alpha val="85000"/>
            </a:srgbClr>
          </a:solidFill>
          <a:ln w="25400">
            <a:solidFill>
              <a:srgbClr val="0F1F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418320" y="2322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table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41832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lookup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IsActive=1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9418320" y="3063240"/>
            <a:ext cx="2377440" cy="658368"/>
          </a:xfrm>
          <a:prstGeom prst="rect">
            <a:avLst/>
          </a:prstGeom>
          <a:solidFill>
            <a:srgbClr val="0F1F3D">
              <a:alpha val="85000"/>
            </a:srgbClr>
          </a:solidFill>
          <a:ln w="25400">
            <a:solidFill>
              <a:srgbClr val="0F1F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41832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6 Tables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418320" y="3410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user_roles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collections, agents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418320" y="3840480"/>
            <a:ext cx="2377440" cy="658368"/>
          </a:xfrm>
          <a:prstGeom prst="rect">
            <a:avLst/>
          </a:prstGeom>
          <a:solidFill>
            <a:srgbClr val="0F1F3D">
              <a:alpha val="85000"/>
            </a:srgbClr>
          </a:solidFill>
          <a:ln w="25400">
            <a:solidFill>
              <a:srgbClr val="0F1F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418320" y="3877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pp_worklogs_demo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41832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TimeSpentInSec, IsApproved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743200" y="1837944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5486400" y="1837944"/>
            <a:ext cx="7315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6" name="Shape 64"/>
          <p:cNvSpPr/>
          <p:nvPr/>
        </p:nvSpPr>
        <p:spPr>
          <a:xfrm>
            <a:off x="8595360" y="1837944"/>
            <a:ext cx="8229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2743200" y="2615184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8" name="Shape 66"/>
          <p:cNvSpPr/>
          <p:nvPr/>
        </p:nvSpPr>
        <p:spPr>
          <a:xfrm>
            <a:off x="5486400" y="2615184"/>
            <a:ext cx="7315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8595360" y="2615184"/>
            <a:ext cx="8229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2743200" y="3392424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5486400" y="3392424"/>
            <a:ext cx="7315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2" name="Shape 70"/>
          <p:cNvSpPr/>
          <p:nvPr/>
        </p:nvSpPr>
        <p:spPr>
          <a:xfrm>
            <a:off x="8595360" y="3392424"/>
            <a:ext cx="8229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3" name="Shape 71"/>
          <p:cNvSpPr/>
          <p:nvPr/>
        </p:nvSpPr>
        <p:spPr>
          <a:xfrm>
            <a:off x="2743200" y="4169664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5486400" y="4169664"/>
            <a:ext cx="7315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5" name="Shape 73"/>
          <p:cNvSpPr/>
          <p:nvPr/>
        </p:nvSpPr>
        <p:spPr>
          <a:xfrm>
            <a:off x="8595360" y="4169664"/>
            <a:ext cx="8229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6" name="Shape 74"/>
          <p:cNvSpPr/>
          <p:nvPr/>
        </p:nvSpPr>
        <p:spPr>
          <a:xfrm>
            <a:off x="274320" y="5102352"/>
            <a:ext cx="11612880" cy="457200"/>
          </a:xfrm>
          <a:prstGeom prst="rect">
            <a:avLst/>
          </a:prstGeom>
          <a:solidFill>
            <a:srgbClr val="F0F7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514807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Format: data:{type:meta, thread_id} → data:{type:chunk, text:...} (token-by-token) → data:[DONE]  |  Input Guardrails: SQL injection &amp; bypass keywords blocked before LLM call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MVC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846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ID 002 (Mid-Level)  →  "Log 4 hours on task 5"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286000" cy="2011680"/>
          </a:xfrm>
          <a:prstGeom prst="rect">
            <a:avLst/>
          </a:prstGeom>
          <a:solidFill>
            <a:srgbClr val="1A56DB">
              <a:alpha val="12000"/>
            </a:srgbClr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051560"/>
            <a:ext cx="1188720" cy="914400"/>
          </a:xfrm>
          <a:prstGeom prst="ellipse">
            <a:avLst/>
          </a:prstGeom>
          <a:solidFill>
            <a:srgbClr val="1A56DB">
              <a:alpha val="80000"/>
            </a:srgbClr>
          </a:solidFill>
          <a:ln w="254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" y="201168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ID: 002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26771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RMS: creator, reviewer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960120"/>
            <a:ext cx="1737360" cy="2011680"/>
          </a:xfrm>
          <a:prstGeom prst="rect">
            <a:avLst/>
          </a:prstGeom>
          <a:solidFill>
            <a:srgbClr val="1A56DB">
              <a:alpha val="12000"/>
            </a:srgbClr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52344" y="1014984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10332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52344" y="1435608"/>
            <a:ext cx="1627632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sendMessageToLangGraph()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/api/v1/chat/stream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Bearer: JWT_002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{collection:RMS, message:"Log 4 hours on task 5"}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572000" y="960120"/>
            <a:ext cx="1737360" cy="2011680"/>
          </a:xfrm>
          <a:prstGeom prst="rect">
            <a:avLst/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1498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0332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chat_route.py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26864" y="1435608"/>
            <a:ext cx="1627632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get_current_user() decodes JWT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collection_agents:{RMS:[creator,reviewer]}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Guard: ✅ RMS present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to ChatController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446520" y="960120"/>
            <a:ext cx="1737360" cy="2011680"/>
          </a:xfrm>
          <a:prstGeom prst="rect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01384" y="101498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10332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chat_controller.py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01384" y="1435608"/>
            <a:ext cx="1627632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AgentOrchestrationState: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user_id=002, dept=Engineering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collection=RMS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last 10 chat msgs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183880" y="196596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8321040" y="960120"/>
            <a:ext cx="1737360" cy="2011680"/>
          </a:xfrm>
          <a:prstGeom prst="rect">
            <a:avLst/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75904" y="101498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75904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8240" y="10332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parse_intent_node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75904" y="1435608"/>
            <a:ext cx="1627632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"log 4 hours" → FILLER_KW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inferred_persona = reviewer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selected_agent_role = reviewer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002 has reviewer in RMS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058400" y="196596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0195560" y="960120"/>
            <a:ext cx="1737360" cy="2011680"/>
          </a:xfrm>
          <a:prstGeom prst="rect">
            <a:avLst/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250424" y="10149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50424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52760" y="10332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reviewer_agent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executes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50424" y="1435608"/>
            <a:ext cx="1627632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 injected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called → &lt;&lt;ACTION&gt;&gt;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tool_log_hours invoked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pp_worklogs_demo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3090672"/>
            <a:ext cx="11612880" cy="256032"/>
          </a:xfrm>
          <a:prstGeom prst="rect">
            <a:avLst/>
          </a:prstGeom>
          <a:solidFill>
            <a:srgbClr val="0F1F3D">
              <a:alpha val="90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108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Write  →  pp_worklogs_demo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364992"/>
            <a:ext cx="1161288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3401568"/>
            <a:ext cx="2743200" cy="457200"/>
          </a:xfrm>
          <a:prstGeom prst="rect">
            <a:avLst/>
          </a:prstGeom>
          <a:solidFill>
            <a:srgbClr val="0F1F3D">
              <a:alpha val="10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6344" y="36210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(new row)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91840" y="3401568"/>
            <a:ext cx="2743200" cy="457200"/>
          </a:xfrm>
          <a:prstGeom prst="rect">
            <a:avLst/>
          </a:prstGeom>
          <a:solidFill>
            <a:srgbClr val="0F1F3D">
              <a:alpha val="10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46704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WorkLogIdx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346704" y="36210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(FK to task 5)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72200" y="3401568"/>
            <a:ext cx="2743200" cy="457200"/>
          </a:xfrm>
          <a:prstGeom prst="rect">
            <a:avLst/>
          </a:prstGeom>
          <a:solidFill>
            <a:srgbClr val="0F1F3D">
              <a:alpha val="10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7064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27064" y="36210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052560" y="3401568"/>
            <a:ext cx="2743200" cy="457200"/>
          </a:xfrm>
          <a:prstGeom prst="rect">
            <a:avLst/>
          </a:prstGeom>
          <a:solidFill>
            <a:srgbClr val="0F1F3D">
              <a:alpha val="10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07424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TaskDate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107424" y="36210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2025-05-07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1480" y="3904488"/>
            <a:ext cx="2743200" cy="457200"/>
          </a:xfrm>
          <a:prstGeom prst="rect">
            <a:avLst/>
          </a:prstGeom>
          <a:solidFill>
            <a:srgbClr val="0F1F3D">
              <a:alpha val="10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" y="39410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TimeSpentInSec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66344" y="41239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14400  (4 hrs × 3600)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91840" y="3904488"/>
            <a:ext cx="2743200" cy="457200"/>
          </a:xfrm>
          <a:prstGeom prst="rect">
            <a:avLst/>
          </a:prstGeom>
          <a:solidFill>
            <a:srgbClr val="0F1F3D">
              <a:alpha val="10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46704" y="39410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IsApproved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46704" y="41239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(pending)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72200" y="3904488"/>
            <a:ext cx="2743200" cy="457200"/>
          </a:xfrm>
          <a:prstGeom prst="rect">
            <a:avLst/>
          </a:prstGeom>
          <a:solidFill>
            <a:srgbClr val="0F1F3D">
              <a:alpha val="10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27064" y="39410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UserRemarks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27064" y="41239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"Logged 4 hours on task 5"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052560" y="3904488"/>
            <a:ext cx="2743200" cy="457200"/>
          </a:xfrm>
          <a:prstGeom prst="rect">
            <a:avLst/>
          </a:prstGeom>
          <a:solidFill>
            <a:srgbClr val="0F1F3D">
              <a:alpha val="10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07424" y="39410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ApprovedBy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9107424" y="41239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(awaiting approver)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74320" y="4663440"/>
            <a:ext cx="11612880" cy="50292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681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SSE Response to Browser: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65760" y="489204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data:{type:"chunk",text:"I have successfully logged 4 hours on task 5 for 2025-05-07. Status: Pending approval."}  →  data:[DONE]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Agentic Orchestration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 = unconditional edge  |  Dashed arrow = conditional edge  |  Diamond = routing decision  |  State fields shown below each node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22960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822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Function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40280" y="822960"/>
            <a:ext cx="8229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822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/ Orchestrator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 rot="2700000">
            <a:off x="4370832" y="822960"/>
            <a:ext cx="493776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822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Decision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72200" y="877824"/>
            <a:ext cx="822960" cy="164592"/>
          </a:xfrm>
          <a:prstGeom prst="rect">
            <a:avLst/>
          </a:prstGeom>
          <a:solidFill>
            <a:srgbClr val="0F1F3D">
              <a:alpha val="80000"/>
            </a:srgbClr>
          </a:solidFill>
          <a:ln w="19050">
            <a:solidFill>
              <a:srgbClr val="0F1F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822960"/>
            <a:ext cx="822960" cy="1371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822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Table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38160" y="950976"/>
            <a:ext cx="82296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9006840" y="822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edge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104120" y="950976"/>
            <a:ext cx="822960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dash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10972800" y="822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" y="1261872"/>
            <a:ext cx="1097280" cy="53035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126187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234440" y="1527048"/>
            <a:ext cx="36576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1234440" y="1298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invoke()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600200" y="1261872"/>
            <a:ext cx="1920240" cy="530352"/>
          </a:xfrm>
          <a:prstGeom prst="ellipse">
            <a:avLst/>
          </a:prstGeom>
          <a:solidFill>
            <a:srgbClr val="1A56DB">
              <a:alpha val="90000"/>
            </a:srgbClr>
          </a:solidFill>
          <a:ln w="254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1261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parse_intent_node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00200" y="1536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scan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627632" y="1847088"/>
            <a:ext cx="1865376" cy="475488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1865376"/>
            <a:ext cx="182880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Sets: selected_agent_role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parsed_intent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520440" y="1527048"/>
            <a:ext cx="3657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3538728" y="12984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886200" y="1261872"/>
            <a:ext cx="2011680" cy="530352"/>
          </a:xfrm>
          <a:prstGeom prst="ellipse">
            <a:avLst/>
          </a:prstGeom>
          <a:solidFill>
            <a:srgbClr val="7C3AED">
              <a:alpha val="9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permission_check_node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86200" y="1536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validate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913632" y="1847088"/>
            <a:ext cx="1956816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1865376"/>
            <a:ext cx="192024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Sets: has_permission: bool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execution_log updated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897880" y="1527048"/>
            <a:ext cx="36576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5916168" y="12984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 rot="2700000">
            <a:off x="6400800" y="1115568"/>
            <a:ext cx="1097280" cy="822960"/>
          </a:xfrm>
          <a:prstGeom prst="rect">
            <a:avLst/>
          </a:prstGeom>
          <a:solidFill>
            <a:srgbClr val="D97706">
              <a:alpha val="9500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1197864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_router()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91072" y="19842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949440" y="1115568"/>
            <a:ext cx="0" cy="-365760"/>
          </a:xfrm>
          <a:prstGeom prst="line">
            <a:avLst/>
          </a:prstGeom>
          <a:noFill/>
          <a:ln w="22860">
            <a:solidFill>
              <a:srgbClr val="DC2626"/>
            </a:solidFill>
            <a:prstDash val="dash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6080760" y="530352"/>
            <a:ext cx="1737360" cy="438912"/>
          </a:xfrm>
          <a:prstGeom prst="rect">
            <a:avLst/>
          </a:prstGeom>
          <a:solidFill>
            <a:srgbClr val="DC2626">
              <a:alpha val="90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99048" y="54864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permission_blocked_node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099048" y="74980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denial message to user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86016" y="594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has_permission=False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7498080" y="1527048"/>
            <a:ext cx="502920" cy="-82296"/>
          </a:xfrm>
          <a:prstGeom prst="line">
            <a:avLst/>
          </a:prstGeom>
          <a:noFill/>
          <a:ln w="22860">
            <a:solidFill>
              <a:srgbClr val="059669"/>
            </a:solidFill>
            <a:prstDash val="dash"/>
            <a:tailEnd type="arrow"/>
          </a:ln>
        </p:spPr>
      </p:sp>
      <p:sp>
        <p:nvSpPr>
          <p:cNvPr id="44" name="Text 42"/>
          <p:cNvSpPr/>
          <p:nvPr/>
        </p:nvSpPr>
        <p:spPr>
          <a:xfrm>
            <a:off x="7498080" y="12070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role=creator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has_perm=True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8366760" y="1170432"/>
            <a:ext cx="2103120" cy="548640"/>
          </a:xfrm>
          <a:prstGeom prst="ellipse">
            <a:avLst/>
          </a:prstGeom>
          <a:solidFill>
            <a:srgbClr val="059669">
              <a:alpha val="9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1170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creator_agent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RMS_CREATOR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469880" y="1444752"/>
            <a:ext cx="3200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7498080" y="1527048"/>
            <a:ext cx="502920" cy="685800"/>
          </a:xfrm>
          <a:prstGeom prst="line">
            <a:avLst/>
          </a:prstGeom>
          <a:noFill/>
          <a:ln w="22860">
            <a:solidFill>
              <a:srgbClr val="0891B2"/>
            </a:solidFill>
            <a:prstDash val="dash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7498080" y="19751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role=reviewer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has_perm=True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8366760" y="1938528"/>
            <a:ext cx="2103120" cy="548640"/>
          </a:xfrm>
          <a:prstGeom prst="ellipse">
            <a:avLst/>
          </a:prstGeom>
          <a:solidFill>
            <a:srgbClr val="0891B2">
              <a:alpha val="9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1938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RMS_REVIEWER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469880" y="2212848"/>
            <a:ext cx="3200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7498080" y="1527048"/>
            <a:ext cx="502920" cy="1453896"/>
          </a:xfrm>
          <a:prstGeom prst="line">
            <a:avLst/>
          </a:prstGeom>
          <a:noFill/>
          <a:ln w="22860">
            <a:solidFill>
              <a:srgbClr val="1A56DB"/>
            </a:solidFill>
            <a:prstDash val="dash"/>
            <a:tailEnd type="arrow"/>
          </a:ln>
        </p:spPr>
      </p:sp>
      <p:sp>
        <p:nvSpPr>
          <p:cNvPr id="54" name="Text 52"/>
          <p:cNvSpPr/>
          <p:nvPr/>
        </p:nvSpPr>
        <p:spPr>
          <a:xfrm>
            <a:off x="7498080" y="27432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role=approver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has_perm=True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8366760" y="2706624"/>
            <a:ext cx="2103120" cy="548640"/>
          </a:xfrm>
          <a:prstGeom prst="ellipse">
            <a:avLst/>
          </a:prstGeom>
          <a:solidFill>
            <a:srgbClr val="1A56DB">
              <a:alpha val="90000"/>
            </a:srgbClr>
          </a:solidFill>
          <a:ln w="25400">
            <a:solidFill>
              <a:srgbClr val="1A56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66760" y="27066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approver_agent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RMS_APPROVER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469880" y="2980944"/>
            <a:ext cx="3200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10789920" y="1051560"/>
            <a:ext cx="1234440" cy="23317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808208" y="106984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TOOLS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826496" y="1353312"/>
            <a:ext cx="1161288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tool_list_tasks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0826496" y="1682496"/>
            <a:ext cx="1161288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tool_create_task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0826496" y="2011680"/>
            <a:ext cx="1161288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tool_list_my_tasks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0826496" y="2340864"/>
            <a:ext cx="1161288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tool_log_hours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0826496" y="2670048"/>
            <a:ext cx="1161288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tool_list_pending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0826496" y="2999232"/>
            <a:ext cx="1161288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tool_approve_wlog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8823960" y="3401568"/>
            <a:ext cx="1188720" cy="4114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23960" y="3401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418320" y="3255264"/>
            <a:ext cx="0" cy="14630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137160" y="3913632"/>
            <a:ext cx="7132320" cy="1207008"/>
          </a:xfrm>
          <a:prstGeom prst="rect">
            <a:avLst/>
          </a:prstGeom>
          <a:solidFill>
            <a:srgbClr val="F0F7FF"/>
          </a:solidFill>
          <a:ln w="19050">
            <a:solidFill>
              <a:srgbClr val="0F1F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39319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AgentOrchestrationState (TypedDict)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28600" y="4206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user_id: str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28600" y="4407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user_dept: str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28600" y="46085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collection_agents: dict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28600" y="48097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selected_collection: str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28600" y="50109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selected_agent_role: str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794760" y="4206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parsed_intent: str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794760" y="4407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has_permission: bool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794760" y="46085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messages: list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794760" y="48097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execution_log: list[str]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360920" y="3913632"/>
            <a:ext cx="4663440" cy="1207008"/>
          </a:xfrm>
          <a:prstGeom prst="rect">
            <a:avLst/>
          </a:prstGeom>
          <a:solidFill>
            <a:srgbClr val="F0F7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06640" y="3931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 Injection (ChromaDB)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406640" y="4206240"/>
            <a:ext cx="45720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rag_controller.retrieve_context()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Filter by dept/collection metadata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get_embedding() -&gt; vector query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Top-k similarity -&gt; injected into system_prompt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Real-Time Orchestration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employees, same message: "Approve worklog 7"  →  different LangGraph paths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749040" cy="960120"/>
          </a:xfrm>
          <a:prstGeom prst="rect">
            <a:avLst/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69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Emp ID: 001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Sharma | Senior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499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roles: creator, reviewer, approver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914400"/>
            <a:ext cx="3749040" cy="960120"/>
          </a:xfrm>
          <a:prstGeom prst="rect">
            <a:avLst/>
          </a:prstGeom>
          <a:solidFill>
            <a:srgbClr val="1A56DB">
              <a:alpha val="12000"/>
            </a:srgbClr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25112" y="969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Emp ID: 002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25112" y="12618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 | Mid-Level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25112" y="1499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roles: creator, reviewer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0" y="914400"/>
            <a:ext cx="3749040" cy="960120"/>
          </a:xfrm>
          <a:prstGeom prst="rect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2752" y="969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Emp ID: 003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12618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Raj | Junior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02752" y="1499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roles: reviewer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65960"/>
            <a:ext cx="116128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User Message: "Approve worklog 7"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95728"/>
            <a:ext cx="1828800" cy="457200"/>
          </a:xfrm>
          <a:prstGeom prst="ellipse">
            <a:avLst/>
          </a:prstGeom>
          <a:solidFill>
            <a:srgbClr val="059669">
              <a:alpha val="8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parse_intent_node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176272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→ always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176272" y="25968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"approve" → APPROVER_KW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selected_agent_role = approver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188720" y="2852928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74320" y="3054096"/>
            <a:ext cx="1828800" cy="457200"/>
          </a:xfrm>
          <a:prstGeom prst="ellipse">
            <a:avLst/>
          </a:prstGeom>
          <a:solidFill>
            <a:srgbClr val="059669">
              <a:alpha val="8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permission_check_node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176272" y="3081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176272" y="3255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in [creator,reviewer,approver]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has_permission = True ✅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188720" y="3511296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74320" y="3712464"/>
            <a:ext cx="1828800" cy="457200"/>
          </a:xfrm>
          <a:prstGeom prst="ellipse">
            <a:avLst/>
          </a:prstGeom>
          <a:solidFill>
            <a:srgbClr val="059669">
              <a:alpha val="95000"/>
            </a:srgbClr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124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permission_router()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176272" y="3739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176272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role=approver + has_perm=True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approver_agent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188720" y="4169664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274320" y="4370832"/>
            <a:ext cx="1828800" cy="457200"/>
          </a:xfrm>
          <a:prstGeom prst="ellipse">
            <a:avLst/>
          </a:prstGeom>
          <a:solidFill>
            <a:srgbClr val="059669">
              <a:alpha val="8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approver_agent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176272" y="43982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176272" y="457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tool_list_pending_approvals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tool_approve_worklog(7)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IsApproved=1, ApprovedBy=001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74320" y="5102352"/>
            <a:ext cx="3749040" cy="475488"/>
          </a:xfrm>
          <a:prstGeom prst="rect">
            <a:avLst/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5138928"/>
            <a:ext cx="3639312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Worklog 7 APPROVED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ApprovedBy: 001, ApprovedDate: today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51960" y="2395728"/>
            <a:ext cx="1828800" cy="457200"/>
          </a:xfrm>
          <a:prstGeom prst="ellipse">
            <a:avLst/>
          </a:prstGeom>
          <a:solidFill>
            <a:srgbClr val="1A56DB">
              <a:alpha val="85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parse_intent_node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53912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→ always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153912" y="25968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"approve" → APPROVER_KW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selected_agent_role = approver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166360" y="2852928"/>
            <a:ext cx="0" cy="201168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4251960" y="3054096"/>
            <a:ext cx="1828800" cy="457200"/>
          </a:xfrm>
          <a:prstGeom prst="ellipse">
            <a:avLst/>
          </a:prstGeom>
          <a:solidFill>
            <a:srgbClr val="1A56DB">
              <a:alpha val="85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permission_check_node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153912" y="3081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153912" y="3255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NOT in [creator,reviewer]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has_permission = False ❌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166360" y="3511296"/>
            <a:ext cx="0" cy="201168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4251960" y="3712464"/>
            <a:ext cx="1828800" cy="457200"/>
          </a:xfrm>
          <a:prstGeom prst="ellipse">
            <a:avLst/>
          </a:prstGeom>
          <a:solidFill>
            <a:srgbClr val="1A56DB">
              <a:alpha val="95000"/>
            </a:srgbClr>
          </a:solidFill>
          <a:ln w="31750">
            <a:solidFill>
              <a:srgbClr val="1A56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37124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permission_router()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153912" y="3739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153912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has_permission=False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permission_blocked_node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166360" y="4169664"/>
            <a:ext cx="0" cy="201168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4251960" y="4370832"/>
            <a:ext cx="1828800" cy="457200"/>
          </a:xfrm>
          <a:prstGeom prst="ellipse">
            <a:avLst/>
          </a:prstGeom>
          <a:solidFill>
            <a:srgbClr val="1A56DB">
              <a:alpha val="85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1960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permission_blocked_node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153912" y="43982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153912" y="457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msg generated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only have creator/reviewer access"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251960" y="5102352"/>
            <a:ext cx="3749040" cy="475488"/>
          </a:xfrm>
          <a:prstGeom prst="rect">
            <a:avLst/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06824" y="5138928"/>
            <a:ext cx="3639312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BLOCKED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approver access for RMS"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229600" y="2395728"/>
            <a:ext cx="1828800" cy="457200"/>
          </a:xfrm>
          <a:prstGeom prst="ellipse">
            <a:avLst/>
          </a:prstGeom>
          <a:solidFill>
            <a:srgbClr val="7C3AED">
              <a:alpha val="8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parse_intent_node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131552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→ always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0131552" y="25968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"approve" → APPROVER_KW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selected_agent_role = approver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9144000" y="2852928"/>
            <a:ext cx="0" cy="20116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</p:sp>
      <p:sp>
        <p:nvSpPr>
          <p:cNvPr id="66" name="Shape 64"/>
          <p:cNvSpPr/>
          <p:nvPr/>
        </p:nvSpPr>
        <p:spPr>
          <a:xfrm>
            <a:off x="8229600" y="3054096"/>
            <a:ext cx="1828800" cy="457200"/>
          </a:xfrm>
          <a:prstGeom prst="ellipse">
            <a:avLst/>
          </a:prstGeom>
          <a:solidFill>
            <a:srgbClr val="7C3AED">
              <a:alpha val="8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0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permission_check_node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131552" y="3081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10131552" y="3255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NOT in [reviewer]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has_permission = False ❌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9144000" y="3511296"/>
            <a:ext cx="0" cy="20116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8229600" y="3712464"/>
            <a:ext cx="1828800" cy="457200"/>
          </a:xfrm>
          <a:prstGeom prst="ellipse">
            <a:avLst/>
          </a:prstGeom>
          <a:solidFill>
            <a:srgbClr val="7C3AED">
              <a:alpha val="95000"/>
            </a:srgbClr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29600" y="37124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permission_router()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0131552" y="3739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10131552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has_permission=False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permission_blocked_node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144000" y="4169664"/>
            <a:ext cx="0" cy="20116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</p:sp>
      <p:sp>
        <p:nvSpPr>
          <p:cNvPr id="76" name="Shape 74"/>
          <p:cNvSpPr/>
          <p:nvPr/>
        </p:nvSpPr>
        <p:spPr>
          <a:xfrm>
            <a:off x="8229600" y="4370832"/>
            <a:ext cx="1828800" cy="457200"/>
          </a:xfrm>
          <a:prstGeom prst="ellipse">
            <a:avLst/>
          </a:prstGeom>
          <a:solidFill>
            <a:srgbClr val="7C3AED">
              <a:alpha val="8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29600" y="4370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permission_blocked_node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0131552" y="43982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10131552" y="457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msg generated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only have reviewer access"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8229600" y="5102352"/>
            <a:ext cx="3749040" cy="475488"/>
          </a:xfrm>
          <a:prstGeom prst="rect">
            <a:avLst/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84464" y="5138928"/>
            <a:ext cx="3639312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BLOCKED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only have reviewer access in RMS"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Tool-Level Specification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Agent Tools per Persona  •  rms_tools.py  •  Input / Output / SQL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161288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969264"/>
            <a:ext cx="137160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AGENT TOOLS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07592"/>
            <a:ext cx="1828800" cy="502920"/>
          </a:xfrm>
          <a:prstGeom prst="ellipse">
            <a:avLst/>
          </a:prstGeom>
          <a:solidFill>
            <a:srgbClr val="059669">
              <a:alpha val="8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tool_list_tasks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94560" y="1289304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129844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31136" y="149047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tasks / show tasks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4114800" y="1289304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51376" y="129844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51376" y="149047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resource_id: str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6035040" y="1289304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9844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71616" y="149047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List[Task] – ProjectIdx, TaskIdx, StartDate, PlanHrs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7955280" y="1289304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91856" y="129844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91856" y="149047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pp_project_task_assigment_demo WHERE Resource=?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9875520" y="1289304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12096" y="129844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912096" y="149047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 list_tasks {resource_id} &lt;&lt;END&gt;&gt;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274320" y="2002536"/>
            <a:ext cx="1828800" cy="502920"/>
          </a:xfrm>
          <a:prstGeom prst="ellipse">
            <a:avLst/>
          </a:prstGeom>
          <a:solidFill>
            <a:srgbClr val="059669">
              <a:alpha val="8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002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tool_create_task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94560" y="1984248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31136" y="199339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231136" y="218541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 / new task / assign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4114800" y="1984248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51376" y="199339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151376" y="218541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resource_id, project, task, start, end, hours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6035040" y="1984248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199339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071616" y="218541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WorkLogIdx (new record)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955280" y="1984248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91856" y="199339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991856" y="218541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pp_project_task_assigment_demo (...) VALUES (?)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9875520" y="1984248"/>
            <a:ext cx="1874520" cy="603504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12096" y="199339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912096" y="218541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 create_task {json_params} &lt;&lt;END&gt;&gt;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274320" y="2697480"/>
            <a:ext cx="116128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" y="2706624"/>
            <a:ext cx="137160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697480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AGENT TOOLS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044952"/>
            <a:ext cx="1828800" cy="50292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0449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tool_list_my_tasks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194560" y="3026664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31136" y="30358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231136" y="322783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/ log time / fill timesheet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4114800" y="3026664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51376" y="30358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151376" y="322783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resource_id: str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6035040" y="3026664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71616" y="30358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071616" y="322783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List[TaskAssignment] with worklog status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7955280" y="3026664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91856" y="30358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991856" y="322783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t.*, w.TimeSpentInSec FROM pp_project_task_assigment_demo t LEFT JOIN pp_worklogs_demo w ON t.WorkLogIdx=w.WorkLogIdx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9875520" y="3026664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12096" y="30358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9912096" y="322783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 list_my_tasks {resource_id} &lt;&lt;END&gt;&gt;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274320" y="3739896"/>
            <a:ext cx="1828800" cy="50292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739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tool_log_hours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194560" y="3721608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31136" y="373075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231136" y="392277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 hours on task X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4114800" y="3721608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51376" y="373075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151376" y="392277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worklog_idx, task_date, time_seconds, remarks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6035040" y="3721608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71616" y="373075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71616" y="392277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(new worklog), IsApproved=NULL (pending)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7955280" y="3721608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91856" y="373075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7991856" y="392277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pp_worklogs_demo (WorkLogIdx, TaskDate, TimeSpentInSec, UserRemarks) VALUES (?)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9875520" y="3721608"/>
            <a:ext cx="1874520" cy="603504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912096" y="373075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9912096" y="392277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 log_hours {json_params} &lt;&lt;END&gt;&gt;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274320" y="4434840"/>
            <a:ext cx="1161288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2608" y="4443984"/>
            <a:ext cx="137160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4434840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AGENT TOOLS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4320" y="4782312"/>
            <a:ext cx="1828800" cy="502920"/>
          </a:xfrm>
          <a:prstGeom prst="ellipse">
            <a:avLst/>
          </a:prstGeom>
          <a:solidFill>
            <a:srgbClr val="1A56DB">
              <a:alpha val="85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47823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tool_list_pending_approvals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194560" y="4764024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231136" y="47731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231136" y="496519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 / approval queue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4114800" y="4764024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51376" y="47731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151376" y="496519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approver_id: str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6035040" y="4764024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71616" y="47731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6071616" y="496519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List[Worklog] where IsApproved=NULL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7955280" y="4764024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991856" y="47731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991856" y="496519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w.*, r.Name FROM pp_worklogs_demo w JOIN resources r ON w.Resource=r.Emp_no WHERE w.IsApproved IS NULL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9875520" y="4764024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912096" y="47731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9912096" y="4965192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 list_pending_approvals {approver_id} &lt;&lt;END&gt;&gt;</a:t>
            </a:r>
            <a:endParaRPr lang="en-US" sz="680" dirty="0"/>
          </a:p>
        </p:txBody>
      </p:sp>
      <p:sp>
        <p:nvSpPr>
          <p:cNvPr id="98" name="Shape 96"/>
          <p:cNvSpPr/>
          <p:nvPr/>
        </p:nvSpPr>
        <p:spPr>
          <a:xfrm>
            <a:off x="274320" y="5477256"/>
            <a:ext cx="1828800" cy="502920"/>
          </a:xfrm>
          <a:prstGeom prst="ellipse">
            <a:avLst/>
          </a:prstGeom>
          <a:solidFill>
            <a:srgbClr val="1A56DB">
              <a:alpha val="85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4320" y="54772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tool_approve_worklog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194560" y="5458968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31136" y="546811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231136" y="566013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worklog N</a:t>
            </a:r>
            <a:endParaRPr lang="en-US" sz="680" dirty="0"/>
          </a:p>
        </p:txBody>
      </p:sp>
      <p:sp>
        <p:nvSpPr>
          <p:cNvPr id="103" name="Shape 101"/>
          <p:cNvSpPr/>
          <p:nvPr/>
        </p:nvSpPr>
        <p:spPr>
          <a:xfrm>
            <a:off x="4114800" y="5458968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51376" y="546811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4151376" y="566013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worklog_idx, decision (approve/reject), approver_id, remarks</a:t>
            </a:r>
            <a:endParaRPr lang="en-US" sz="680" dirty="0"/>
          </a:p>
        </p:txBody>
      </p:sp>
      <p:sp>
        <p:nvSpPr>
          <p:cNvPr id="106" name="Shape 104"/>
          <p:cNvSpPr/>
          <p:nvPr/>
        </p:nvSpPr>
        <p:spPr>
          <a:xfrm>
            <a:off x="6035040" y="5458968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071616" y="546811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6071616" y="566013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row: IsApproved=1/0, ApprovedBy, ApprovedDate</a:t>
            </a:r>
            <a:endParaRPr lang="en-US" sz="680" dirty="0"/>
          </a:p>
        </p:txBody>
      </p:sp>
      <p:sp>
        <p:nvSpPr>
          <p:cNvPr id="109" name="Shape 107"/>
          <p:cNvSpPr/>
          <p:nvPr/>
        </p:nvSpPr>
        <p:spPr>
          <a:xfrm>
            <a:off x="7955280" y="5458968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91856" y="546811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991856" y="566013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pp_worklogs_demo SET IsApproved=?, ApprovedBy=?, ApprovedDate=NOW(), ApproverRemarks=? WHERE Idx=?</a:t>
            </a:r>
            <a:endParaRPr lang="en-US" sz="680" dirty="0"/>
          </a:p>
        </p:txBody>
      </p:sp>
      <p:sp>
        <p:nvSpPr>
          <p:cNvPr id="112" name="Shape 110"/>
          <p:cNvSpPr/>
          <p:nvPr/>
        </p:nvSpPr>
        <p:spPr>
          <a:xfrm>
            <a:off x="9875520" y="5458968"/>
            <a:ext cx="1874520" cy="603504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912096" y="546811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9912096" y="5660136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&lt;&lt;ACTION&gt;&gt; approve_worklog {json_params} &lt;&lt;END&gt;&gt;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6-Table RBAC Schema + RMS Demo Tables  •  MySQL (dpintranet)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37360" cy="20116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737360" cy="1298448"/>
          </a:xfrm>
          <a:prstGeom prst="rect">
            <a:avLst/>
          </a:prstGeom>
          <a:solidFill>
            <a:srgbClr val="1A56DB">
              <a:alpha val="15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258568"/>
            <a:ext cx="1737360" cy="201168"/>
          </a:xfrm>
          <a:prstGeom prst="ellipse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173736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role_id INT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5910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role_name VARCHAR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179222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199339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 SMALLINT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21945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48840" y="1005840"/>
            <a:ext cx="1920240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1097280"/>
            <a:ext cx="1920240" cy="1499616"/>
          </a:xfrm>
          <a:prstGeom prst="rect">
            <a:avLst/>
          </a:prstGeom>
          <a:solidFill>
            <a:srgbClr val="7C3AED">
              <a:alpha val="1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2459736"/>
            <a:ext cx="1920240" cy="201168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1097280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097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21992" y="138988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user_role_id BIGINT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21992" y="159105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emp_id → resources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221992" y="17922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role_id → roles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21992" y="19933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assigned_by VARCHAR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21992" y="219456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valid_until 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221992" y="239572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 SMALLINT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06240" y="1005840"/>
            <a:ext cx="1828800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1097280"/>
            <a:ext cx="1828800" cy="1499616"/>
          </a:xfrm>
          <a:prstGeom prst="rect">
            <a:avLst/>
          </a:prstGeom>
          <a:solidFill>
            <a:srgbClr val="0891B2">
              <a:alpha val="1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2459736"/>
            <a:ext cx="1828800" cy="20116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1097280"/>
            <a:ext cx="18288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79392" y="13898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collection_id INT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279392" y="159105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collection_name UNIQUE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79392" y="179222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VARCHAR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279392" y="19933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data_source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79392" y="219456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is_sensitive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279392" y="23957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 SMALLINT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72200" y="1005840"/>
            <a:ext cx="1828800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1097280"/>
            <a:ext cx="1828800" cy="1499616"/>
          </a:xfrm>
          <a:prstGeom prst="rect">
            <a:avLst/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459736"/>
            <a:ext cx="1828800" cy="201168"/>
          </a:xfrm>
          <a:prstGeom prst="ellipse">
            <a:avLst/>
          </a:prstGeom>
          <a:solidFill>
            <a:srgbClr val="05966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1097280"/>
            <a:ext cx="18288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45352" y="13898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agent_id INT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45352" y="159105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agent_name UNIQUE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45352" y="179222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45352" y="19933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 TEXT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45352" y="219456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allowed_tools JSON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45352" y="23957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model_name VARCHAR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138160" y="1005840"/>
            <a:ext cx="1920240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1097280"/>
            <a:ext cx="1920240" cy="1298448"/>
          </a:xfrm>
          <a:prstGeom prst="rect">
            <a:avLst/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38160" y="2258568"/>
            <a:ext cx="1920240" cy="201168"/>
          </a:xfrm>
          <a:prstGeom prst="ellipse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1097280"/>
            <a:ext cx="19202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1097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role_collection_access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11312" y="138988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(role_id, coll_id)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211312" y="159105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role_id → roles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211312" y="17922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collection_id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211312" y="19933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access_level ENUM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211312" y="219456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| WRITE | ADMIN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195560" y="1005840"/>
            <a:ext cx="1737360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95560" y="1097280"/>
            <a:ext cx="1737360" cy="1298448"/>
          </a:xfrm>
          <a:prstGeom prst="rect">
            <a:avLst/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95560" y="2258568"/>
            <a:ext cx="1737360" cy="201168"/>
          </a:xfrm>
          <a:prstGeom prst="ellipse">
            <a:avLst/>
          </a:prstGeom>
          <a:solidFill>
            <a:srgbClr val="DC2626">
              <a:alpha val="4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95560" y="1097280"/>
            <a:ext cx="17373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195560" y="1097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role_agent_access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268712" y="138988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(role_id, agent_id)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268712" y="15910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role_id → roles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268712" y="179222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agent_id → agents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268712" y="199339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granted_by VARCHAR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268712" y="21945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granted_at TS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057400" y="1389888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8" name="Shape 66"/>
          <p:cNvSpPr/>
          <p:nvPr/>
        </p:nvSpPr>
        <p:spPr>
          <a:xfrm>
            <a:off x="4069080" y="138988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6035040" y="138988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8001000" y="138988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10058400" y="138988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2" name="Shape 70"/>
          <p:cNvSpPr/>
          <p:nvPr/>
        </p:nvSpPr>
        <p:spPr>
          <a:xfrm>
            <a:off x="274320" y="3218688"/>
            <a:ext cx="1161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3255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DEMO TABLES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3566160"/>
            <a:ext cx="2926080" cy="20116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3657600"/>
            <a:ext cx="2926080" cy="1700784"/>
          </a:xfrm>
          <a:prstGeom prst="rect">
            <a:avLst/>
          </a:prstGeom>
          <a:solidFill>
            <a:srgbClr val="0F1F3D">
              <a:alpha val="15000"/>
            </a:srgbClr>
          </a:solidFill>
          <a:ln w="19050">
            <a:solidFill>
              <a:srgbClr val="0F1F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221224"/>
            <a:ext cx="2926080" cy="201168"/>
          </a:xfrm>
          <a:prstGeom prst="ellipse">
            <a:avLst/>
          </a:prstGeom>
          <a:solidFill>
            <a:srgbClr val="0F1F3D">
              <a:alpha val="40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4320" y="3657600"/>
            <a:ext cx="292608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pp_project_task_assigment_demo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47472" y="395020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WorkLogIdx INT AUTO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47472" y="415137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INT → Emp_no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47472" y="4352544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PlanIdx, ProjectIdx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347472" y="455371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ProductIdx, TaskIdx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47472" y="4754880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StartDate / EndDate DATE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7472" y="49560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PlanHrs FLOAT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347472" y="515721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IsCompleted SMALLINT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383280" y="3566160"/>
            <a:ext cx="2926080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3657600"/>
            <a:ext cx="2926080" cy="1700784"/>
          </a:xfrm>
          <a:prstGeom prst="rect">
            <a:avLst/>
          </a:prstGeom>
          <a:solidFill>
            <a:srgbClr val="0891B2">
              <a:alpha val="1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83280" y="5221224"/>
            <a:ext cx="2926080" cy="20116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3657600"/>
            <a:ext cx="29260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832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pp_worklogs_demo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456432" y="395020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Idx INT AUTO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456432" y="415137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WorkLogIdx → task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456432" y="4352544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TaskDate DATE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3456432" y="455371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TimeSpentInSec INT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3456432" y="4754880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IsApproved: NULL|1|0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456432" y="49560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ApprovedBy INT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456432" y="515721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UserRemarks / ApproverRemarks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583680" y="3566160"/>
            <a:ext cx="2560320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83680" y="3657600"/>
            <a:ext cx="2560320" cy="1700784"/>
          </a:xfrm>
          <a:prstGeom prst="rect">
            <a:avLst/>
          </a:prstGeom>
          <a:solidFill>
            <a:srgbClr val="7C3AED">
              <a:alpha val="1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583680" y="5221224"/>
            <a:ext cx="2560320" cy="201168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583680" y="3657600"/>
            <a:ext cx="25603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83680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(dpintranet)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656832" y="395020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Emp_no VARCHAR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656832" y="415137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Email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656832" y="43525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Designation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6656832" y="455371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GradeID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6656832" y="475488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 SMALLINT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6656832" y="49560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ReportingToID FK self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656832" y="515721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level01/02/03 hierarchy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9326880" y="3566160"/>
            <a:ext cx="2560320" cy="1645920"/>
          </a:xfrm>
          <a:prstGeom prst="ellipse">
            <a:avLst/>
          </a:prstGeom>
          <a:solidFill>
            <a:srgbClr val="D97706">
              <a:alpha val="8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32688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 Store)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9372600" y="4023360"/>
            <a:ext cx="24688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dept/collection filtered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Embedding vectors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Top-k similarity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Real-Time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rows are read/written for each employee — full table trace for 3 different 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3749040" cy="658368"/>
          </a:xfrm>
          <a:prstGeom prst="rect">
            <a:avLst/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96926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001 | Arjun Sharma (Senior)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" y="124358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"Approve worklog 7"  |  routed → approver_agent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645920"/>
            <a:ext cx="3749040" cy="237744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664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TABLE READS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" y="1920240"/>
            <a:ext cx="1325880" cy="32004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73352" y="1920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emp_id='001' AND is_active=1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73352" y="21214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role_id list (creator/reviewer/approver)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83464" y="2578608"/>
            <a:ext cx="1325880" cy="32004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role_agent_access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73352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role_id IN (...) → agent=RMS_APPROVER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73352" y="27797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approver access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83464" y="3236976"/>
            <a:ext cx="1325880" cy="32004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323697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pp_worklogs_demo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673352" y="32369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WHERE Idx=7 AND IsApproved IS NULL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73352" y="34381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tool_list_pending_approvals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28600" y="3895344"/>
            <a:ext cx="3749040" cy="237744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" y="3913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TABLE WRITES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3464" y="4169664"/>
            <a:ext cx="1325880" cy="320040"/>
          </a:xfrm>
          <a:prstGeom prst="ellipse">
            <a:avLst/>
          </a:prstGeom>
          <a:solidFill>
            <a:srgbClr val="D97706">
              <a:alpha val="8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" y="416966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pp_worklogs_demo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673352" y="41696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SET IsApproved=1, ApprovedBy=001, ApprovedDate=NOW(), ApproverRemarks='Approved'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673352" y="43708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tool_approve_worklog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28600" y="4901184"/>
            <a:ext cx="3749040" cy="411480"/>
          </a:xfrm>
          <a:prstGeom prst="rect">
            <a:avLst/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491947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Worklog 7 → IsApproved=1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06240" y="914400"/>
            <a:ext cx="3749040" cy="658368"/>
          </a:xfrm>
          <a:prstGeom prst="rect">
            <a:avLst/>
          </a:prstGeom>
          <a:solidFill>
            <a:srgbClr val="1A56DB">
              <a:alpha val="12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96926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002 | Priya Nair (Mid-Level)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79392" y="124358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"Log 4 hours on task 5"  |  routed → reviewer_agent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06240" y="1645920"/>
            <a:ext cx="3749040" cy="237744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1104" y="1664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TABLE READS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61104" y="1920240"/>
            <a:ext cx="1325880" cy="32004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1104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50992" y="1920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emp_id='002' AND is_active=1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50992" y="21214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creator,reviewer roles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261104" y="2578608"/>
            <a:ext cx="1325880" cy="32004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61104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role_agent_access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650992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role_id IN (...) → agent=RMS_REVIEWER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50992" y="27797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reviewer access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261104" y="3236976"/>
            <a:ext cx="1325880" cy="32004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61104" y="323697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pp_project_task_assigment_demo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650992" y="32369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WHERE WorkLogIdx=5 AND Resource=002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650992" y="34381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tool_list_my_tasks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206240" y="3895344"/>
            <a:ext cx="3749040" cy="237744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61104" y="3913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TABLE WRITES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261104" y="4169664"/>
            <a:ext cx="1325880" cy="320040"/>
          </a:xfrm>
          <a:prstGeom prst="ellipse">
            <a:avLst/>
          </a:prstGeom>
          <a:solidFill>
            <a:srgbClr val="D97706">
              <a:alpha val="8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61104" y="416966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pp_worklogs_demo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50992" y="41696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(WorkLogIdx=5, Resource=002, TaskDate, TimeSpentInSec=14400, IsApproved=NULL)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5650992" y="43708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tool_log_hours → pending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206240" y="4901184"/>
            <a:ext cx="3749040" cy="411480"/>
          </a:xfrm>
          <a:prstGeom prst="rect">
            <a:avLst/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491947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New worklog row → IsApproved=NULL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183880" y="914400"/>
            <a:ext cx="3749040" cy="658368"/>
          </a:xfrm>
          <a:prstGeom prst="rect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57032" y="96926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003 | Sneha Raj (Junior)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57032" y="124358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"Approve worklog 7" (blocked)  |  routed → permission_blocked_node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183880" y="1645920"/>
            <a:ext cx="3749040" cy="237744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38744" y="1664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TABLE READS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238744" y="1920240"/>
            <a:ext cx="1325880" cy="32004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38744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9628632" y="1920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emp_id='003' AND is_active=1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28632" y="21214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reviewer role only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8238744" y="2578608"/>
            <a:ext cx="1325880" cy="320040"/>
          </a:xfrm>
          <a:prstGeom prst="ellipse">
            <a:avLst/>
          </a:prstGeom>
          <a:solidFill>
            <a:srgbClr val="0891B2">
              <a:alpha val="8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38744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role_agent_access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628632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role_id IN (...) → no approver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9628632" y="27797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RMS_APPROVER found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183880" y="3236976"/>
            <a:ext cx="3749040" cy="237744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38744" y="3255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WRITES (BLOCKED)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183880" y="3630168"/>
            <a:ext cx="3749040" cy="411480"/>
          </a:xfrm>
          <a:prstGeom prst="rect">
            <a:avLst/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57032" y="3648456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DB write — denial msg returned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28600" y="6291072"/>
            <a:ext cx="11704320" cy="365760"/>
          </a:xfrm>
          <a:prstGeom prst="rect">
            <a:avLst/>
          </a:prstGeom>
          <a:solidFill>
            <a:srgbClr val="F0F7FF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6309360"/>
            <a:ext cx="1161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Ovals = table names (cylinder notation)  |  Reads always happen (auth check)  |  Writes only on successful permission_check  |  IsApproved: NULL=pending, 1=approved, 0=rejected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defense: Authentication → Authorization → Input/Output Guardrails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669280" cy="1234440"/>
          </a:xfrm>
          <a:prstGeom prst="rect">
            <a:avLst/>
          </a:prstGeom>
          <a:solidFill>
            <a:srgbClr val="1A56DB">
              <a:alpha val="18000"/>
            </a:srgbClr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LDAP Authentication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53949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credentials verified via anonymous LDAP bind on teqpdc.datapatterns.co.in:389. On success, DN + attributes (mail, department, employeeID) extracted. Failure returns 401 immediately.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669280" cy="1234440"/>
          </a:xfrm>
          <a:prstGeom prst="rect">
            <a:avLst/>
          </a:prstGeom>
          <a:solidFill>
            <a:srgbClr val="7C3AED">
              <a:alpha val="18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18872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 JWT Authorization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554480"/>
            <a:ext cx="53949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signed tokens (8h TTL) carry pre-computed RBAC payload: collection_agents, roles, hierarchy. All /api/v1/* endpoints require Bearer token validated by get_current_user() in security.py.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5669280" cy="1234440"/>
          </a:xfrm>
          <a:prstGeom prst="rect">
            <a:avLst/>
          </a:prstGeom>
          <a:solidFill>
            <a:srgbClr val="0891B2">
              <a:alpha val="18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6032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RBAC Permission Guard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6-table schema gates every agent invocation. collection_agents dict in JWT checked before orchestrator runs. Missing permissions trigger permission_blocked_node with contextual denial message.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669280" cy="1234440"/>
          </a:xfrm>
          <a:prstGeom prst="rect">
            <a:avLst/>
          </a:prstGeom>
          <a:solidFill>
            <a:srgbClr val="D97706">
              <a:alpha val="18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25603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Input Guardrails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messages scanned for SQL injection patterns, bypass keywords, and jailbreak attempts before reaching LLM. chat_controller.py applies keyword filtering on raw user input.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5669280" cy="1234440"/>
          </a:xfrm>
          <a:prstGeom prst="rect">
            <a:avLst/>
          </a:prstGeom>
          <a:solidFill>
            <a:srgbClr val="DC2626">
              <a:alpha val="18000"/>
            </a:srgbClr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93192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Output Guardrails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297680"/>
            <a:ext cx="53949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LLM response checked against FORBIDDEN_OUTBOUND list before streaming to client. Matches replaced with [REDACTED BY DPAH GUARDRAIL]. Prevents accidental confidential data leakage.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3840480"/>
            <a:ext cx="5669280" cy="1234440"/>
          </a:xfrm>
          <a:prstGeom prst="rect">
            <a:avLst/>
          </a:prstGeom>
          <a:solidFill>
            <a:srgbClr val="059669">
              <a:alpha val="18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93192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Department Isolation (RAG)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4297680"/>
            <a:ext cx="53949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queries filtered by dept/collection metadata. Users only retrieve RAG context relevant to their department. Cross-department knowledge leakage prevented at vector store level.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5413248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Recommendations: Env-var secrets  •  Service-account LDAP bind  •  Restrict CORS origins  •  ENABLE_TEST_USERS=False  •  Add Content-Security-Policy headers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numbered flow from browser request to SSE response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212848" cy="960120"/>
          </a:xfrm>
          <a:prstGeom prst="rect">
            <a:avLst/>
          </a:prstGeom>
          <a:solidFill>
            <a:srgbClr val="1A56DB">
              <a:alpha val="12000"/>
            </a:srgbClr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1060704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060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POST /api/v1/chat/stream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9184" y="1426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message with Bearer token. Body includes collection_name, message, chat_history[-10]. script.js sendMessageToLangGraph().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487168" y="1485900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578608" y="1005840"/>
            <a:ext cx="2212848" cy="960120"/>
          </a:xfrm>
          <a:prstGeom prst="rect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06070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35808" y="1060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(security.py)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33472" y="1426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oauth2_scheme extracts token. get_current_user() decodes &amp; validates HS256 JWT. Expiry checked. Payload with collection_agents returned.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91456" y="1485900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882896" y="1005840"/>
            <a:ext cx="2212848" cy="960120"/>
          </a:xfrm>
          <a:prstGeom prst="rect">
            <a:avLst/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0607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0096" y="1060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Guard (chat_route.py)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37760" y="1426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collection_agents exists in payload. If empty → 403. Validates collection_name requested matches user's allowed collections.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095744" y="1485900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187184" y="1005840"/>
            <a:ext cx="2212848" cy="960120"/>
          </a:xfrm>
          <a:prstGeom prst="rect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42048" y="106070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44384" y="1060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ChatController.stream_chat_with_orchestrator()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242048" y="1426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AgentOrchestrationState from JWT payload. Injects last 10 messages from chat_history. Calls graph.astream_events().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400032" y="1485900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9491472" y="1005840"/>
            <a:ext cx="2212848" cy="960120"/>
          </a:xfrm>
          <a:prstGeom prst="rect">
            <a:avLst/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546336" y="10607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46336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948672" y="1060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parse_intent_node (orchestrator.py)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546336" y="1426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scan on user message. CREATOR_KEYWORDS / FILLER_KEYWORDS / APPROVER_KEYWORDS. Default → reviewer. Sets selected_agent_role.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2148840"/>
            <a:ext cx="2212848" cy="960120"/>
          </a:xfrm>
          <a:prstGeom prst="rect">
            <a:avLst/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" y="220370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2203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permission_check_node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9184" y="2569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selected_agent_role in collection_agents[selected_collection]. Sets has_permission. Logs decision to execution_log.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487168" y="2628900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2578608" y="2148840"/>
            <a:ext cx="2212848" cy="960120"/>
          </a:xfrm>
          <a:prstGeom prst="rect">
            <a:avLst/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633472" y="220370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33472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35808" y="2203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permission_router() → Agent Node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633472" y="2569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routes to creator_agent | reviewer_agent | approver_agent | permission_blocked_node based on has_permission + role.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91456" y="2628900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4882896" y="2148840"/>
            <a:ext cx="2212848" cy="960120"/>
          </a:xfrm>
          <a:prstGeom prst="rect">
            <a:avLst/>
          </a:prstGeom>
          <a:solidFill>
            <a:srgbClr val="1A56DB">
              <a:alpha val="12000"/>
            </a:srgbClr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37760" y="2203704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40096" y="2203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Node: RAG + LLM + Tools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37760" y="2569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rag_controller.retrieve_context() injects dept knowledge. LLM called with system_prompt from agents table. &lt;&lt;ACTION&gt;&gt; blocks parsed by action_parser.py. RMS tools executed.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095744" y="2628900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7187184" y="2148840"/>
            <a:ext cx="2212848" cy="960120"/>
          </a:xfrm>
          <a:prstGeom prst="rect">
            <a:avLst/>
          </a:prstGeom>
          <a:solidFill>
            <a:srgbClr val="0F1F3D">
              <a:alpha val="12000"/>
            </a:srgbClr>
          </a:solidFill>
          <a:ln w="19050">
            <a:solidFill>
              <a:srgbClr val="0F1F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242048" y="2203704"/>
            <a:ext cx="347472" cy="347472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2048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44384" y="2203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Operations (pp_worklogs_demo)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242048" y="2569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invoke timesheet_store.py → SQLAlchemy → MySQL. INSERT/UPDATE/SELECT on pp_worklogs_demo and pp_project_task_assigment_demo.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9400032" y="2628900"/>
            <a:ext cx="91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9491472" y="2148840"/>
            <a:ext cx="2212848" cy="960120"/>
          </a:xfrm>
          <a:prstGeom prst="rect">
            <a:avLst/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546336" y="22037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46336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948672" y="2203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→ Browser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546336" y="2569464"/>
            <a:ext cx="210312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 scan full response. Tokens yielded as data:{type:chunk} events. [DONE] terminates stream. script.js renders tokens progressively.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74320" y="4937760"/>
            <a:ext cx="11612880" cy="457200"/>
          </a:xfrm>
          <a:prstGeom prst="rect">
            <a:avLst/>
          </a:prstGeom>
          <a:solidFill>
            <a:srgbClr val="F0F7FF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98348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Touched in Full Flow:  resources  •  roles  •  user_roles  •  collections  •  agents  •  role_collection_access  •  role_agent_access  •  pp_project_task_assigment_demo  •  pp_worklogs_demo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DPAH - Low Level Design v2</dc:title>
  <dc:subject>PptxGenJS Presentation</dc:subject>
  <dc:creator>PptxGenJS</dc:creator>
  <cp:lastModifiedBy>PptxGenJS</cp:lastModifiedBy>
  <cp:revision>1</cp:revision>
  <dcterms:created xsi:type="dcterms:W3CDTF">2026-05-07T08:22:34Z</dcterms:created>
  <dcterms:modified xsi:type="dcterms:W3CDTF">2026-05-07T08:22:34Z</dcterms:modified>
</cp:coreProperties>
</file>